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editable report framework. Populate actual outcomes after 30 live operating days.</a:t>
            </a:r>
          </a:p>
          <a:p/>
          <a:p>
            <a:r>
              <a:t>[Sources]</a:t>
            </a:r>
          </a:p>
          <a:p>
            <a:r>
              <a:t>- docs/PHASE5_PRECHANGE_PRODUCTION_SNAPSHOT.md</a:t>
            </a:r>
          </a:p>
          <a:p>
            <a:r>
              <a:t>- output/phase5/spreadsheets/ASK_MAGIC_MIKE_OPERATING_SCOREBOARD.xlsx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actual operating results from the canonical system and approved business records.</a:t>
            </a:r>
          </a:p>
          <a:p/>
          <a:p>
            <a:r>
              <a:t>[Sources]</a:t>
            </a:r>
          </a:p>
          <a:p>
            <a:r>
              <a:t>- output/phase5/spreadsheets/ASK_MAGIC_MIKE_OPERATING_SCOREBOARD.xlsx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actual operating results from the canonical system and approved business records.</a:t>
            </a:r>
          </a:p>
          <a:p/>
          <a:p>
            <a:r>
              <a:t>[Sources]</a:t>
            </a:r>
          </a:p>
          <a:p>
            <a:r>
              <a:t>- output/phase5/spreadsheets/ASK_MAGIC_MIKE_OPERATING_SCOREBOARD.xlsx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actual operating results from the canonical system and approved business records.</a:t>
            </a:r>
          </a:p>
          <a:p/>
          <a:p>
            <a:r>
              <a:t>[Sources]</a:t>
            </a:r>
          </a:p>
          <a:p>
            <a:r>
              <a:t>- output/phase5/spreadsheets/ASK_MAGIC_MIKE_OPERATING_SCOREBOARD.xlsx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actual operating results from the canonical system and approved business records.</a:t>
            </a:r>
          </a:p>
          <a:p/>
          <a:p>
            <a:r>
              <a:t>[Sources]</a:t>
            </a:r>
          </a:p>
          <a:p>
            <a:r>
              <a:t>- output/phase5/spreadsheets/ASK_MAGIC_MIKE_OPERATING_SCOREBOARD.xlsx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actual operating results from the canonical system and approved business records.</a:t>
            </a:r>
          </a:p>
          <a:p/>
          <a:p>
            <a:r>
              <a:t>[Sources]</a:t>
            </a:r>
          </a:p>
          <a:p>
            <a:r>
              <a:t>- output/phase5/spreadsheets/ASK_MAGIC_MIKE_OPERATING_SCOREBOARD.xlsx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actual operating results from the canonical system and approved business records.</a:t>
            </a:r>
          </a:p>
          <a:p/>
          <a:p>
            <a:r>
              <a:t>[Sources]</a:t>
            </a:r>
          </a:p>
          <a:p>
            <a:r>
              <a:t>- output/phase5/spreadsheets/ASK_MAGIC_MIKE_OPERATING_SCOREBOARD.xlsx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only actual operating results from the canonical system and approved business records.</a:t>
            </a:r>
          </a:p>
          <a:p/>
          <a:p>
            <a:r>
              <a:t>[Sources]</a:t>
            </a:r>
          </a:p>
          <a:p>
            <a:r>
              <a:t>- output/phase5/spreadsheets/ASK_MAGIC_MIKE_OPERATING_SCOREBOARD.xlsx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home-mob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0"/>
            <a:ext cx="43251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6807708"/>
            <a:ext cx="4325112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ur-tow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2011680" cy="8504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6400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ptos"/>
              </a:rPr>
              <a:t>Evidence before
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05072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E8BF"/>
                </a:solidFill>
                <a:latin typeface="Aptos"/>
              </a:rPr>
              <a:t>Editable operating review for live leads, source quality, response, delivery, and next-month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0167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Current baseline: Day 0 / no genuine lead fabricated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Start with data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583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Genuine leads only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QA and suppressed records excluded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Attribution reconciled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No live customer PII in this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560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523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VERIFIED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75887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E8BF"/>
                </a:solidFill>
                <a:latin typeface="Aptos"/>
              </a:rPr>
              <a:t>Replace with observed 30-day actuals. Never fill with synthetic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Show the funnel with actual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583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Lead created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Qualified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Appointment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Signed client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Closing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560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523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VERIFIED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75887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E8BF"/>
                </a:solidFill>
                <a:latin typeface="Aptos"/>
              </a:rPr>
              <a:t>Replace with observed 30-day actuals. Never fill with synthetic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Compare source quality, not just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583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Domain and placement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First and last touch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Qualified rate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Appointment rate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Attributed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560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523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VERIFIED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75887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E8BF"/>
                </a:solidFill>
                <a:latin typeface="Aptos"/>
              </a:rPr>
              <a:t>Replace with observed 30-day actuals. Never fill with synthetic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Test whether response operations held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583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Assignment time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First-contact time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Unassigned count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SLA breaches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Human acknowledgment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560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523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VERIFIED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75887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E8BF"/>
                </a:solidFill>
                <a:latin typeface="Aptos"/>
              </a:rPr>
              <a:t>Replace with observed 30-day actuals. Never fill with synthetic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Reconcile every delivery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583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Internal email delivered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Retry outcomes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Hidden audit-copy result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Web Push enrolled devices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Carrier SMS remains disabled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560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523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VERIFIED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75887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E8BF"/>
                </a:solidFill>
                <a:latin typeface="Aptos"/>
              </a:rPr>
              <a:t>Replace with observed 30-day actuals. Never fill with synthetic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Review form expansion one gate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583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Form 3 remains baseline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Held forms require consent and routing approval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One QA submission per approved form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Rollback stays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560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523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VERIFIED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75887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E8BF"/>
                </a:solidFill>
                <a:latin typeface="Aptos"/>
              </a:rPr>
              <a:t>Replace with observed 30-day actuals. Never fill with synthetic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30-DAY EXECUTIVE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Make the next decision from observed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583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Continue current owned placements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Improve one proven conversion bottleneck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Approve one held form or keep it held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Keep paid media inactive until the live pipe proves 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560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523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VERIFIED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75887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E8BF"/>
                </a:solidFill>
                <a:latin typeface="Aptos"/>
              </a:rPr>
              <a:t>Replace with observed 30-day actuals. Never fill with synthetic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